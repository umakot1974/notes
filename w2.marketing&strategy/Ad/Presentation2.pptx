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6327"/>
  </p:normalViewPr>
  <p:slideViewPr>
    <p:cSldViewPr snapToGrid="0" snapToObjects="1">
      <p:cViewPr varScale="1">
        <p:scale>
          <a:sx n="73" d="100"/>
          <a:sy n="73" d="100"/>
        </p:scale>
        <p:origin x="21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18299-13E0-B840-846D-CAB94A54D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949EE4-28FD-5B4B-85E2-5A3237B84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26579-9C05-4D4F-8A92-306C3D9A1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DB1B-A951-2144-A66C-5C3A3F2A216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41C36-C614-0742-BFCA-5096030C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409C1-31FE-884C-8103-B5C6EF81C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F755-8AB1-4741-9E4D-84E57C24A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44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2873-D224-1B41-9B48-AFC760DB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B593C-4760-7E4A-8974-E08CDF761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95CB6-99C2-C941-9818-3B1B6DB6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DB1B-A951-2144-A66C-5C3A3F2A216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4D120-C009-A641-AE5F-E39B092C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36DC1-0DF7-E644-8159-644C5E64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F755-8AB1-4741-9E4D-84E57C24A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0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FCAC1-1AE0-544B-890C-8B62001E5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BFA6D-9BC6-5B44-BA6D-A4844D27E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041E5-7D9B-984C-A4EA-78BB73AA8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DB1B-A951-2144-A66C-5C3A3F2A216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16C01-CEA4-D04E-83B6-7F188819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BA7C0-4BD6-C24D-BF75-23344190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F755-8AB1-4741-9E4D-84E57C24A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4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1008-23C7-1B41-8EEE-D676657A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5E0A6-8BEF-BB44-8B31-BA8EA8A52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1C224-B6EA-414D-94EE-ED50618E4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32DF2-E24B-6F48-8653-FD0952C8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DB1B-A951-2144-A66C-5C3A3F2A216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8AA96-F342-3A48-8868-73FA7550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8B731-0CAC-2647-B363-B157C806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F755-8AB1-4741-9E4D-84E57C24A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1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06D3-072C-5B48-AAE7-7BD0BFAB2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FC68C-F5D1-2145-99F3-5513D7938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96EC5-E4DF-8D41-9486-66613228C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D3B3C-34AC-C043-8BED-7827148E2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3204D-3EE0-D04D-B1DD-E0F7AFB02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24BE5-ECC0-1C4F-8994-B147CE36F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DB1B-A951-2144-A66C-5C3A3F2A216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7968E0-69DE-F846-B612-7EBE9E07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9D5FE6-3087-CA4A-9A39-3C50D071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F755-8AB1-4741-9E4D-84E57C24A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8B98A-6761-B449-BFAC-9DBEEBD70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A1028-F9A9-8948-BB7C-32E0A0829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DB1B-A951-2144-A66C-5C3A3F2A216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EC5F28-834C-6D42-A61D-394CAC868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091FD-C1A7-1E45-A6C8-036759AB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F755-8AB1-4741-9E4D-84E57C24A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59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28FA2-D893-7044-9CAB-6B68B987E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DB1B-A951-2144-A66C-5C3A3F2A216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E30BD0-108D-0845-B1F4-144450184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D3D0C-CC05-E140-9D2E-6A93B188B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F755-8AB1-4741-9E4D-84E57C24A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54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1457-2E83-E140-9ED2-5D7C0BF7E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7FF45-0C37-1F4E-8804-9147A1571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EBF987-DB06-1742-A4BF-C1A4F1DB9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84489-8AA1-1849-8004-222D12E1E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DB1B-A951-2144-A66C-5C3A3F2A216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65EF3-C3D4-1E49-8E07-3C2BE7AA9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839C2-3179-214A-A8B5-51AAF619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F755-8AB1-4741-9E4D-84E57C24A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0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DAB1A-2F31-E943-97FA-8D8F012C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2EC688-E950-9344-88CD-A72ED42A1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20155-548B-0947-B100-A81CF95DC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F5672-932B-1A43-894E-CF7A0C26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DB1B-A951-2144-A66C-5C3A3F2A216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04A13-62C5-0548-A454-EDE3798A2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66D24-F228-264A-AD76-A6239D58D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F755-8AB1-4741-9E4D-84E57C24A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48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E4626-DA88-314C-93AF-34EBA9120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778FA-4141-E846-876F-CCA2F1524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1B4C1-D84A-D343-95D1-9578A240A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DB1B-A951-2144-A66C-5C3A3F2A216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5561C-46AA-5D4E-8D1A-E1B98A75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C144C-E097-8B44-925E-BE356346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F755-8AB1-4741-9E4D-84E57C24A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1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B2014E-99A6-4645-9F05-193B82624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F7472-5998-6E47-A4BA-F56B88E80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7873F-95EE-174A-B947-DA11AC9A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DB1B-A951-2144-A66C-5C3A3F2A216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00BF6-F5AA-DA45-BD13-73A1363C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92061-7DFF-3F4F-AABD-91826A2C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F755-8AB1-4741-9E4D-84E57C24A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3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1188B8-A910-DE49-A88F-E3B974AB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94A0D-5134-CF45-A0F5-22272ED0F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32F89-358E-9341-8FE6-8556B6B55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2DB1B-A951-2144-A66C-5C3A3F2A216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687C5-4D07-B146-BE20-EB9B5498B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E7B9D-77B2-2547-A0A0-0E1A86D24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1F755-8AB1-4741-9E4D-84E57C24A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3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3168-B282-8E41-ACCF-469C9B4984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7FB57-5A6B-7644-8781-9361E96594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79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4C523E9-BCC6-C448-A7BF-B810E1503AE1}"/>
              </a:ext>
            </a:extLst>
          </p:cNvPr>
          <p:cNvSpPr txBox="1"/>
          <p:nvPr/>
        </p:nvSpPr>
        <p:spPr>
          <a:xfrm>
            <a:off x="380144" y="791110"/>
            <a:ext cx="34110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work for enterprise security,</a:t>
            </a:r>
          </a:p>
          <a:p>
            <a:endParaRPr lang="en-US" dirty="0"/>
          </a:p>
          <a:p>
            <a:r>
              <a:rPr lang="en-US" dirty="0"/>
              <a:t>……..You know the challenges of designing &amp; automating 300+ policies for comprehensive governance &amp; security</a:t>
            </a:r>
          </a:p>
          <a:p>
            <a:r>
              <a:rPr lang="en-US" dirty="0"/>
              <a:t>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696E1-2882-A54A-8E46-C2BB99D78FA0}"/>
              </a:ext>
            </a:extLst>
          </p:cNvPr>
          <p:cNvSpPr/>
          <p:nvPr/>
        </p:nvSpPr>
        <p:spPr>
          <a:xfrm>
            <a:off x="143838" y="832206"/>
            <a:ext cx="236306" cy="25685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63A5AD-1A4B-6C43-AFBC-C72269BCA843}"/>
              </a:ext>
            </a:extLst>
          </p:cNvPr>
          <p:cNvSpPr/>
          <p:nvPr/>
        </p:nvSpPr>
        <p:spPr>
          <a:xfrm>
            <a:off x="1349151" y="3923253"/>
            <a:ext cx="2250041" cy="4828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Setup Comprehensive Cloud Security in 3-12 weeks</a:t>
            </a:r>
          </a:p>
        </p:txBody>
      </p:sp>
      <p:pic>
        <p:nvPicPr>
          <p:cNvPr id="1026" name="Picture 2" descr="Programming code abstract technology background of software developer and  Computer script">
            <a:extLst>
              <a:ext uri="{FF2B5EF4-FFF2-40B4-BE49-F238E27FC236}">
                <a16:creationId xmlns:a16="http://schemas.microsoft.com/office/drawing/2014/main" id="{3160EDD2-7AE1-A649-B1CA-016C48E1F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937" y="386943"/>
            <a:ext cx="3914900" cy="288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gramming code abstract technology background of software developer and  Computer script">
            <a:extLst>
              <a:ext uri="{FF2B5EF4-FFF2-40B4-BE49-F238E27FC236}">
                <a16:creationId xmlns:a16="http://schemas.microsoft.com/office/drawing/2014/main" id="{AB67B1F9-2AE2-8F4B-B5AA-F38403A9B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550" y="3429000"/>
            <a:ext cx="3914900" cy="2615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889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32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Umashankar Kotturu</dc:creator>
  <cp:lastModifiedBy>Umashankar Kotturu</cp:lastModifiedBy>
  <cp:revision>4</cp:revision>
  <dcterms:created xsi:type="dcterms:W3CDTF">2020-09-14T17:01:12Z</dcterms:created>
  <dcterms:modified xsi:type="dcterms:W3CDTF">2020-09-14T20:51:35Z</dcterms:modified>
</cp:coreProperties>
</file>